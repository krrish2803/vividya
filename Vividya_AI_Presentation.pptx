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atch/vividya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88720"/>
            <a:ext cx="54864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Vividya (विविद्या)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Life &amp; Career Navigator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Indian Students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Pitch &amp; Presentation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 &amp;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Demystify the path to placements for engineering and college students across tier-2/3 cities.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Deliver a localized, voice-first AI companion speaking Hinglish, Hindi, and Marathi.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Bridge high-stress academic preparation with career guides and interactive mock interviews.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Automate planning, resume building, and evaluation under a single unified student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Placement &amp; Academic Struggle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</a:rPr>
              <a:t>1. Disorganized Calendars: Generic schedulers cannot parse study hours, breaks, or specific topics from dynamic student conversations.
</a:t>
            </a:r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</a:rPr>
              <a:t>2. Clunky Resume Formats: Static formats are overwhelming, lack modular sections, and fail to provide quick ATS reviews.
</a:t>
            </a:r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</a:rPr>
              <a:t>3. Technical Interview Fear: Static DSA questions are easily accessible, but students cannot write explanations and get graded with critical reviews.
</a:t>
            </a:r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</a:rPr>
              <a:t>4. Placement Anxiety: High pressure leads to severe mental stress; students have no tools to log logs or access coping tools.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Innovation: The Connected Ecosystem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Seamless Connection: Integrating natural tutor chat with calendar schedulers, resume audits, and mock interview rooms.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Real-time Syllabuses: AI reads the student’s learning topic and dynamically compiles a multi-day focus syllabus.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Regional Support: Multilingual translation enables complex voice learning in code-mixed languages like Hinglish.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Zero Overhead: Complex features (like PDF rendering and local cache logs) are computed directly client-side.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Frontend: Single Page Application built on React (Vite environment) styled with custom glassmorphism components.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Backend: High-performance Express.js server connected with Mongoose ODM.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Vector Storage: Qdrant client to store and scroll note chunk embeddings for Retrieval-Augmented Generation.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Databases: MongoDB Atlas storing users, study plans, mock sessions, and parsed resume history records.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AI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NVIDIA NIM Inference: Invokes Meta Llama 3.1 8B Instruct model for tutor chat, syllabus creation, and code answers reviews.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Sarvam AI Speech: Integrated with Saaras STT for voice capture and Bulbul TTS for audio feedback.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Embedding Generation: Meta Llama structured embeddings enable lightning-fast content search inside user uploaded notes.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AI Scoring Engine: Custom grading prompts evaluate mock responses to check logic, correctness, and speed.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Multilingual Voice Tutor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Conversational Learning: Text and audio-driven interactions designed for interactive student questions.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Language Auto-detection: Supports code-mixed input, translating technical terms correctly in Hindi/Hinglish.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3F4F6"/>
                </a:solidFill>
              </a:rPr>
              <a:t>• Note Integration: RAG context allows students to query notes, creating a personalized academic copilot.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Topic-Based Study Scheduler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Automated Syllabus: Converts custom study topics (e.g. Backpropagation) into sequential lesson topics.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Focus Allocation: Automatically configures session categories (Deep Study, Light Review, Coding).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Timetable Calendar: Generates complete study plans containing smart rest slots and resource suggestions.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Seamless Navigation: Redirects users from chat screens directly into their active interactive calendar grid.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Stepper Resume Builder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Multi-Step Form: Refactored wizard form (Personal ➡️ Education ➡️ Experience ➡️ Projects ➡️ Extras).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Client-Side Compilation: Loads html2pdf.js dynamically to compile templates into high-fidelity vector PDF files.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Local Storage Caching: Saves the generated PDF as a Base64 string locally to prevent data loss on reloads.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Integrated Previewer: Offers toggling views between standard HTML drafts and compiled PDF iframe viewers.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Interactive Mock Interviewer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Customized Questions: Role-based questionnaire (Software Engineer, Data Analyst) across difficulty levels.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Detailed Input: Interactive answer sheets let students write full explanations and conceptual descriptions.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Live AI Grading: Evaluates answer logic, context, and code structure, returning scores out of 10.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Resume History: Saves and scrolls past resume parses so students can track historical progress logs.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Feasibility &amp; Scalability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Render Infrastructure: Backend deployed on Render using blueprint configs (render.yaml) for auto-deployment.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Netlify Infrastructure: Frontend deployed on Netlify using SPA redirection hooks (netlify.toml) to prevent route refreshes.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DB Scalability: Atlas cluster and Qdrant collections handle simultaneous note indexing efficiently.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User Security: Cookies-based JWT token management secures user private profile data logs.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Vividya (विविद्या) — AI Life &amp; Career Navigator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Demystifies placement training for students across campuses in their own native languages.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Drives productivity by matching academic schedulers with DSA mock evaluations.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Delivers high innovation, robust technical implementation, and state-of-the-art AI integration.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3F4F6"/>
                </a:solidFill>
              </a:rPr>
              <a:t>• Live App Links: Frontend (netlify.app) and Backend (onrender.com) are fully online and verified!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2026-07-31T11:29:21Z</dcterms:created>
  <dcterms:modified xsi:type="dcterms:W3CDTF">2026-07-31T11:29:21Z</dcterms:modified>
</cp:coreProperties>
</file>